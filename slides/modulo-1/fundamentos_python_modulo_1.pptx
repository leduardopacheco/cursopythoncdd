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0515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para Ciencia de Dados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96112" y="16276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5597"/>
                </a:solidFill>
              </a:rPr>
              <a:t>Modulo 1 - Fundamentos de Python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03911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Material introdutorio para a primeira aula do curso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96112" y="27432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Conteudos desta aula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044952"/>
            <a:ext cx="4389120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Sintaxe basica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Variaveis e tipos de dados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Condicionais e repeticao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Listas e dicionarios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F1F1F"/>
                </a:solidFill>
              </a:rPr>
              <a:t>Boas praticas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92240" y="2057400"/>
            <a:ext cx="4297680" cy="132588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"Ola, mundo!"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92240" y="3794760"/>
            <a:ext cx="4297680" cy="164592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idade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"Maior de idade"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"Menor de idade"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da aula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8368" y="822960"/>
            <a:ext cx="7498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Ao final do modulo, o aluno deve dominar a base da linguagem.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5486400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</a:rPr>
              <a:t>Entender o que e Python e onde executar codigo.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</a:rPr>
              <a:t>Criar variaveis e reconhecer tipos basicos.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</a:rPr>
              <a:t>Usar operadores, condicionais e lacos.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</a:rPr>
              <a:t>Manipular listas e dicionarios.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F1F1F"/>
                </a:solidFill>
              </a:rPr>
              <a:t>Resolver pequenos problemas com logica de programacao.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0" y="15544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Fluxo da aula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0" y="1874520"/>
            <a:ext cx="3383280" cy="1417320"/>
          </a:xfrm>
          <a:prstGeom prst="rect">
            <a:avLst/>
          </a:prstGeom>
          <a:solidFill>
            <a:srgbClr val="F5F9FC"/>
          </a:solidFill>
          <a:ln>
            <a:solidFill>
              <a:srgbClr val="DCEAF7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1. Conceitos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2. Exemplos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3. Pratica guiada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4. Exercicios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583680" y="3703320"/>
            <a:ext cx="3840480" cy="91440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Ambiente sugerido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Google Colab ou Jupyter Notebook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Sintaxe basica e primeiro codigo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447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Python prioriza legibilidade. A identacao faz parte da estrutura do programa.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201168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"Bem-vindo ao curso!"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Comentario de uma linha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"Ciencia de Dados"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0" y="187452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Boas praticas iniciais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0" y="2176272"/>
            <a:ext cx="4572000" cy="1426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Usar nomes claros.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Evitar codigo desorganizado.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Comentar apenas quando necessario.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Manter padrao de identacao.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52628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5597"/>
                </a:solidFill>
              </a:rPr>
              <a:t>Dica: cada linha deve ser simples e facil de entender.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Variaveis e tipos de dados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0"/>
            <a:ext cx="4572000" cy="233172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"Carlos"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altura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estudante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0" y="16459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Tipos mais usados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0" y="1938528"/>
            <a:ext cx="3749040" cy="1828800"/>
          </a:xfrm>
          <a:prstGeom prst="rect">
            <a:avLst/>
          </a:prstGeom>
          <a:solidFill>
            <a:srgbClr val="F5F9FC"/>
          </a:solidFill>
          <a:ln>
            <a:solidFill>
              <a:srgbClr val="DCEAF7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str  - texto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int  - inteiro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float - numero decimal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bool - verdadeiro/falso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4434840"/>
            <a:ext cx="9692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Uma variavel guarda um valor que pode ser reutilizado no programa.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Condicionais e tomada de decisao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8132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As estruturas condicionais permitem que o programa escolha entre caminhos diferentes.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4572000" cy="196596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"Aprovado"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"Reprovado"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89320" y="19202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Quando usar?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35040" y="2212848"/>
            <a:ext cx="4389120" cy="11338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Validar acesso.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Classificar resultados.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Tomar decisoes com base em regras.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89320" y="4462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5597"/>
                </a:solidFill>
              </a:rPr>
              <a:t>Palavras-chave: if, elif e else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Lacos de repeticao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4114800" cy="123444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"Numero:"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4114800" cy="160020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contador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contador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contador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0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For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0" y="21214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Usado quando o numero de repeticoes e conhecido.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While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0" y="39502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Usado quando a repeticao depende de uma condicao.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Estruturas de dados: listas e dicionarios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4297680" cy="132588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"maca"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"uva"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frutas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4297680" cy="1325880"/>
          </a:xfrm>
          <a:prstGeom prst="rect">
            <a:avLst/>
          </a:prstGeom>
          <a:solidFill>
            <a:srgbClr val="F4F6F8"/>
          </a:solidFill>
          <a:ln>
            <a:solidFill>
              <a:srgbClr val="D5DDE5"/>
            </a:solidFill>
          </a:ln>
        </p:spPr>
        <p:txBody>
          <a:bodyPr wrap="square" lIns="1778" tIns="1778" rIns="1778" bIns="1778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23560" y="182880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Lista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23560" y="21214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Colecao ordenada de elementos. Ideal para sequencias.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23560" y="36576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Dicionario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23560" y="39502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Estrutura chave-valor. Ideal para representar registros.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7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Encerramento e exercicios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78992"/>
            <a:ext cx="10789920" cy="0"/>
          </a:xfrm>
          <a:prstGeom prst="line">
            <a:avLst/>
          </a:prstGeom>
          <a:noFill/>
          <a:ln w="12700">
            <a:solidFill>
              <a:srgbClr val="DCE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54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Checklist do que foi aprendido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847088"/>
            <a:ext cx="4663440" cy="17190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Variaveis e tipos.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Condicionais.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Lacos.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Listas e dicionarios.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Boas praticas iniciais.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52160" y="1554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75E"/>
                </a:solidFill>
              </a:rPr>
              <a:t>Exercicios sugeridos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1847088"/>
            <a:ext cx="4389120" cy="14264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Criar um cadastro simples.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Classificar notas.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Percorrer listas.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Identificar numeros pares.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4800600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</a:rPr>
              <a:t>Proximo passo: abrir o notebook e executar cada exemplo.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Modulo 1 - Fundamentos de Python | Slide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Python</dc:title>
  <dc:subject>Modulo 1 - Fundamentos de Python</dc:subject>
  <dc:creator>OpenAI</dc:creator>
  <cp:lastModifiedBy>OpenAI</cp:lastModifiedBy>
  <cp:revision>1</cp:revision>
  <dcterms:created xsi:type="dcterms:W3CDTF">2026-03-12T12:18:30Z</dcterms:created>
  <dcterms:modified xsi:type="dcterms:W3CDTF">2026-03-12T12:18:30Z</dcterms:modified>
</cp:coreProperties>
</file>